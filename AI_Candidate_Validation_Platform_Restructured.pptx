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129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vpstorage2026.blob.core.windows.net/candidate-reports/report-ZR_1_CAND-20260828080635.html?se=2026-08-29T08%3A06%3A35Z&amp;sp=r&amp;sv=2026-06-06&amp;sr=b&amp;sig=Uzv4l0Z9JBQNyKbxcaSZf9usFJPcgTI5xy7Jlewqn3A%3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andidatevalidationui26.z29.web.core.windows.ne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home/claude/ppt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65760"/>
            <a:ext cx="1298448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331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CANDIDATE VALIDATION PLATFORM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8892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Information &amp; Genuineness Check Agent 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9776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AI system that checks resume, identity, company, education,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and fraud signals — then delivers a scored report in minutes.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65760"/>
            <a:ext cx="1298448" cy="2194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Hiring runs on unverified information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2004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48640" y="1920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8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2–4 hrs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manually checking a single candidate — with no guarantee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was verified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114800" y="169164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43400" y="1920240"/>
            <a:ext cx="411480" cy="41148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343400" y="25146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343400" y="2862072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Resume, ATS, LinkedIn and company records all live in different places — recruiters cross-check them by hand.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720840" y="169164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949440" y="1920240"/>
            <a:ext cx="411480" cy="41148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949440" y="25146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information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949440" y="2862072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can contain inflated skills, incorrect experience, or missing details.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326880" y="169164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555480" y="1920240"/>
            <a:ext cx="411480" cy="41148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555480" y="25146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&amp; inconsistent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555480" y="2862072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checks don't scale, and different recruiters catch different things.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114800"/>
            <a:ext cx="11064240" cy="1965960"/>
          </a:xfrm>
          <a:prstGeom prst="roundRect">
            <a:avLst>
              <a:gd name="adj" fmla="val 6512"/>
            </a:avLst>
          </a:prstGeom>
          <a:solidFill>
            <a:srgbClr val="0A0A0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14400" y="43434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617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Candidate Validation &amp; Genuineness Checking Agent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50749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recruiter uploads a resume with the candidate ID — the system automatically runs every check and generates a complete, scored validation report in one workflow.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Candidate Validation Platform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65760"/>
            <a:ext cx="1298448" cy="2194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request flows through the system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F2F2F2"/>
          </a:solidFill>
          <a:ln/>
          <a:effectLst>
            <a:outerShdw blurRad="889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239012" y="2240280"/>
            <a:ext cx="585216" cy="585216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39012" y="22402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175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70332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resume + candidate ID and sends the request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2514600" y="326898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770632" y="196596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F2F2F2"/>
          </a:solidFill>
          <a:ln/>
          <a:effectLst>
            <a:outerShdw blurRad="889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61004" y="2240280"/>
            <a:ext cx="585216" cy="585216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461004" y="22402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2907792" y="30175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953512" y="370332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request and routes it to the right agent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736592" y="326898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4992624" y="196596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F2F2F2"/>
          </a:solidFill>
          <a:ln/>
          <a:effectLst>
            <a:outerShdw blurRad="889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82996" y="2240280"/>
            <a:ext cx="585216" cy="585216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682996" y="22402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5129784" y="30175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175504" y="370332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interaction and controls the workflow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958584" y="326898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7214616" y="196596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F2F2F2"/>
          </a:solidFill>
          <a:ln/>
          <a:effectLst>
            <a:outerShdw blurRad="889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904988" y="2240280"/>
            <a:ext cx="585216" cy="585216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904988" y="22402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7351776" y="30175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397496" y="370332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resume, ATS, company and fraud checks and process all the validation logics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9180576" y="326898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9436608" y="196596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D8232A"/>
          </a:solidFill>
          <a:ln/>
          <a:effectLst>
            <a:outerShdw blurRad="889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0126980" y="22402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126980" y="22402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8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9573768" y="30175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9619488" y="370332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final HTML validation report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Candidate Validation Platform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65760"/>
            <a:ext cx="1298448" cy="2194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ENGINE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stages of evidence-based validation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9808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91109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Validation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146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structured resume JSON — education, experience, skills, projects, contacts — for completeness.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44568" y="1892808"/>
            <a:ext cx="457200" cy="457200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44568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120640" y="191109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Contact &amp; ATS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25146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LinkedIn, ATS records, email (DNS/MX, disposable domains) and phone (region, line type).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138160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39328" y="1892808"/>
            <a:ext cx="457200" cy="457200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339328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915400" y="191109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Cross-Check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366760" y="25146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each company's website, SSL and DNS/mail records, and cross-checks resume vs ATS vs LinkedIn.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38404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9808" y="4041648"/>
            <a:ext cx="457200" cy="457200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49808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405993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Experience &amp; Skills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46634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engine flags timeline gaps, overlaps, duplicate entries, and compares claimed vs evidenced skills.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343400" y="38404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44568" y="4041648"/>
            <a:ext cx="457200" cy="457200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44568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5120640" y="405993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Genuineness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0" y="46634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keyword stuffing, AI-generated text, template language and formatting inconsistencies as risk signals.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138160" y="38404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339328" y="4041648"/>
            <a:ext cx="457200" cy="457200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339328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8915400" y="405993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Scoring &amp; Report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366760" y="46634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weighs all evidence to produce a score, risk level, recommendation and interview questions.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Candidate Validation Platform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65760"/>
            <a:ext cx="1298448" cy="2194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WORKFLOW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upload to a secure report link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2057400"/>
            <a:ext cx="0" cy="1051560"/>
          </a:xfrm>
          <a:prstGeom prst="line">
            <a:avLst/>
          </a:prstGeom>
          <a:noFill/>
          <a:ln w="25400">
            <a:solidFill>
              <a:srgbClr val="E5B9B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88720" y="164592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uploads the resume and candidate ID; the Group Chat Manager routes it to the Validation Agent.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3474720"/>
            <a:ext cx="0" cy="1051560"/>
          </a:xfrm>
          <a:prstGeom prst="line">
            <a:avLst/>
          </a:prstGeom>
          <a:noFill/>
          <a:ln w="25400">
            <a:solidFill>
              <a:srgbClr val="E5B9B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8720" y="306324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converts the resume into structured JSON — without fabricating missing details.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448056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validation tool runs identity, company, education, timeline, skills and fraud checks, returning structured evidence.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691640"/>
            <a:ext cx="365760" cy="365760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30936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92240" y="2057400"/>
            <a:ext cx="0" cy="1051560"/>
          </a:xfrm>
          <a:prstGeom prst="line">
            <a:avLst/>
          </a:prstGeom>
          <a:noFill/>
          <a:ln w="25400">
            <a:solidFill>
              <a:srgbClr val="E5B9B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0" y="164592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analyzes the evidence and calculates weighted scores — employment and fraud carry more weight than smaller areas like languages.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309360" y="3108960"/>
            <a:ext cx="365760" cy="365760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30936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92240" y="3474720"/>
            <a:ext cx="0" cy="1051560"/>
          </a:xfrm>
          <a:prstGeom prst="line">
            <a:avLst/>
          </a:prstGeom>
          <a:noFill/>
          <a:ln w="25400">
            <a:solidFill>
              <a:srgbClr val="E5B9B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0" y="306324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produces a recommendation — CLEAR, REVIEW or REJECT — with recruiter notes, an executive summary and interview questions.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309360" y="4526280"/>
            <a:ext cx="365760" cy="365760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30936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448056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tool builds the HTML report, uploads it to Azure Blob Storage, and returns a secure link the frontend displays.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Candidate Validation Platform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65760"/>
            <a:ext cx="1298448" cy="2194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over guesswork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1B1B1B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1956816"/>
            <a:ext cx="457200" cy="457200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956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85623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evidence-based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85623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is backed by real checks — DNS records, ATS mismatches, timeline analysis.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715768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1B1B1B"/>
          </a:solidFill>
          <a:ln/>
        </p:spPr>
      </p:sp>
      <p:sp>
        <p:nvSpPr>
          <p:cNvPr id="11" name="Shape 8"/>
          <p:cNvSpPr/>
          <p:nvPr/>
        </p:nvSpPr>
        <p:spPr>
          <a:xfrm>
            <a:off x="822960" y="2889504"/>
            <a:ext cx="457200" cy="457200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2889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27889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multi-agent design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2788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owns one clear responsibility, keeping the pipeline reliable and easy to extend.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648456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1B1B1B"/>
          </a:solidFill>
          <a:ln/>
        </p:spPr>
      </p:sp>
      <p:sp>
        <p:nvSpPr>
          <p:cNvPr id="16" name="Shape 13"/>
          <p:cNvSpPr/>
          <p:nvPr/>
        </p:nvSpPr>
        <p:spPr>
          <a:xfrm>
            <a:off x="822960" y="3822192"/>
            <a:ext cx="457200" cy="457200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3822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508760" y="372160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Explains, not just scores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937760" y="372160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gives reasoning behind every recommendation, not a black-box number.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4581144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1B1B1B"/>
          </a:solidFill>
          <a:ln/>
        </p:spPr>
      </p:sp>
      <p:sp>
        <p:nvSpPr>
          <p:cNvPr id="21" name="Shape 18"/>
          <p:cNvSpPr/>
          <p:nvPr/>
        </p:nvSpPr>
        <p:spPr>
          <a:xfrm>
            <a:off x="822960" y="4754880"/>
            <a:ext cx="457200" cy="457200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296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508760" y="4654296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interview questions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654296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the technologies actually present in the candidate's resume.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5513832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1B1B1B"/>
          </a:solidFill>
          <a:ln/>
        </p:spPr>
      </p:sp>
      <p:sp>
        <p:nvSpPr>
          <p:cNvPr id="26" name="Shape 23"/>
          <p:cNvSpPr/>
          <p:nvPr/>
        </p:nvSpPr>
        <p:spPr>
          <a:xfrm>
            <a:off x="822960" y="5687568"/>
            <a:ext cx="457200" cy="457200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22960" y="5687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1508760" y="558698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not hours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937760" y="5586984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validation process that took 2–4 hours now completes in minutes.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Candidate Validation Platform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65760"/>
            <a:ext cx="1298448" cy="2194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modern, cloud-native stack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595628" y="1938528"/>
            <a:ext cx="512064" cy="512064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595628" y="19385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560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17373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30268" y="1938528"/>
            <a:ext cx="512064" cy="512064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430268" y="19385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560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17373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264908" y="1938528"/>
            <a:ext cx="512064" cy="512064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264908" y="19385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355080" y="2560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9052560" y="17373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0099548" y="1938528"/>
            <a:ext cx="512064" cy="512064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099548" y="19385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9189720" y="2560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189720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report storage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" y="35661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595628" y="3767328"/>
            <a:ext cx="512064" cy="512064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595628" y="37673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4389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Recruit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754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integration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383280" y="35661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430268" y="3767328"/>
            <a:ext cx="512064" cy="512064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430268" y="37673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3520440" y="4389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3520440" y="4754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17920" y="35661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264908" y="3767328"/>
            <a:ext cx="512064" cy="512064"/>
          </a:xfrm>
          <a:prstGeom prst="ellipse">
            <a:avLst/>
          </a:prstGeom>
          <a:solidFill>
            <a:srgbClr val="D8232A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264908" y="37673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38" name="Text 35"/>
          <p:cNvSpPr txBox="1"/>
          <p:nvPr/>
        </p:nvSpPr>
        <p:spPr>
          <a:xfrm>
            <a:off x="6355080" y="4389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6355080" y="4754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9052560" y="35661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A0A0A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9189720" y="4114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8232A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4"/>
              </a:rPr>
              <a:t>Sample Report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Candidate Validation Platform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ppt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65760"/>
            <a:ext cx="1298448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737360"/>
            <a:ext cx="8686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hiring evidence-based,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consistent, and fast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3375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 separate responsibilities. Validation modules collect real evidence. AI analyzes that evidence and generates the final report — bringing candidate verification into one automated workflow.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4617720"/>
            <a:ext cx="10241280" cy="1463040"/>
          </a:xfrm>
          <a:prstGeom prst="roundRect">
            <a:avLst>
              <a:gd name="adj" fmla="val 7500"/>
            </a:avLst>
          </a:prstGeom>
          <a:solidFill>
            <a:srgbClr val="1B1B1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05840" y="4846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5349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Live Demo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Candidate Validation Platform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733</Words>
  <Application>Microsoft Office PowerPoint</Application>
  <PresentationFormat>Widescreen</PresentationFormat>
  <Paragraphs>146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PIRUTHVIN M</cp:lastModifiedBy>
  <cp:revision>4</cp:revision>
  <dcterms:created xsi:type="dcterms:W3CDTF">2026-08-28T09:03:29Z</dcterms:created>
  <dcterms:modified xsi:type="dcterms:W3CDTF">2026-08-28T09:12:37Z</dcterms:modified>
</cp:coreProperties>
</file>